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webp" ContentType="image/webp"/>
  <Override PartName="/ppt/media/image10.svg" ContentType="image/svg+xml"/>
  <Override PartName="/ppt/media/image5.webp" ContentType="image/webp"/>
  <Override PartName="/ppt/media/image6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60" r:id="rId7"/>
    <p:sldId id="259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7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th-TH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8" name="Google Shape;128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webp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webp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image" Target="../media/image6.webp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p>
            <a:r>
              <a:rPr lang="en-US" ker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Mechanical Keyboard</a:t>
            </a:r>
            <a:endParaRPr lang="en-US" kern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kern="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simple but precise</a:t>
            </a:r>
            <a:endParaRPr lang="en-US" kern="0">
              <a:solidFill>
                <a:srgbClr val="88888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4395" y="365125"/>
            <a:ext cx="10515600" cy="1325563"/>
          </a:xfrm>
        </p:spPr>
        <p:txBody>
          <a:bodyPr/>
          <a:p>
            <a:r>
              <a:rPr lang="en-US" altLang="zh-CN"/>
              <a:t>Keyboards</a:t>
            </a:r>
            <a:endParaRPr lang="en-US" altLang="zh-CN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6582410" y="1691005"/>
            <a:ext cx="4516755" cy="257175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2"/>
          <a:srcRect t="26952" b="28330"/>
          <a:stretch>
            <a:fillRect/>
          </a:stretch>
        </p:blipFill>
        <p:spPr>
          <a:xfrm>
            <a:off x="874395" y="1987550"/>
            <a:ext cx="4863465" cy="19786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52525" y="43376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membrane keyboard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6582410" y="43376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mechanical keyboard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Major Components</a:t>
            </a:r>
            <a:endParaRPr lang="en-US" altLang="zh-CN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3077845" y="2373630"/>
            <a:ext cx="6437630" cy="3818255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2"/>
          <a:srcRect t="23923" r="10537" b="31443"/>
          <a:stretch>
            <a:fillRect/>
          </a:stretch>
        </p:blipFill>
        <p:spPr>
          <a:xfrm>
            <a:off x="101600" y="1691005"/>
            <a:ext cx="2857500" cy="1475740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>
            <a:off x="2639695" y="3185795"/>
            <a:ext cx="554355" cy="4889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10206990" y="1406525"/>
            <a:ext cx="1563370" cy="1691640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 flipH="1">
            <a:off x="9360535" y="2821940"/>
            <a:ext cx="812800" cy="5581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Manufacturing</a:t>
            </a:r>
            <a:endParaRPr lang="en-US" altLang="zh-CN"/>
          </a:p>
        </p:txBody>
      </p:sp>
      <p:grpSp>
        <p:nvGrpSpPr>
          <p:cNvPr id="13" name="组合 12"/>
          <p:cNvGrpSpPr/>
          <p:nvPr/>
        </p:nvGrpSpPr>
        <p:grpSpPr>
          <a:xfrm>
            <a:off x="933450" y="1884045"/>
            <a:ext cx="10414000" cy="3472815"/>
            <a:chOff x="884" y="2967"/>
            <a:chExt cx="16400" cy="5469"/>
          </a:xfrm>
        </p:grpSpPr>
        <p:grpSp>
          <p:nvGrpSpPr>
            <p:cNvPr id="7" name="组合 6"/>
            <p:cNvGrpSpPr/>
            <p:nvPr/>
          </p:nvGrpSpPr>
          <p:grpSpPr>
            <a:xfrm>
              <a:off x="6680" y="3917"/>
              <a:ext cx="4449" cy="3041"/>
              <a:chOff x="7679" y="4018"/>
              <a:chExt cx="5550" cy="4081"/>
            </a:xfrm>
          </p:grpSpPr>
          <p:pic>
            <p:nvPicPr>
              <p:cNvPr id="4" name="图片 3"/>
              <p:cNvPicPr/>
              <p:nvPr/>
            </p:nvPicPr>
            <p:blipFill>
              <a:blip r:embed="rId1"/>
              <a:srcRect b="15111"/>
              <a:stretch>
                <a:fillRect/>
              </a:stretch>
            </p:blipFill>
            <p:spPr>
              <a:xfrm>
                <a:off x="7679" y="4661"/>
                <a:ext cx="5550" cy="3438"/>
              </a:xfrm>
              <a:prstGeom prst="rect">
                <a:avLst/>
              </a:prstGeom>
            </p:spPr>
          </p:pic>
          <p:pic>
            <p:nvPicPr>
              <p:cNvPr id="5" name="图片 4"/>
              <p:cNvPicPr/>
              <p:nvPr/>
            </p:nvPicPr>
            <p:blipFill>
              <a:blip r:embed="rId1"/>
              <a:srcRect l="55766" t="13827" r="13135" b="62593"/>
              <a:stretch>
                <a:fillRect/>
              </a:stretch>
            </p:blipFill>
            <p:spPr>
              <a:xfrm>
                <a:off x="8316" y="4018"/>
                <a:ext cx="1726" cy="955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/>
            <p:nvPr/>
          </p:nvPicPr>
          <p:blipFill>
            <a:blip r:embed="rId2"/>
            <a:srcRect t="-199" r="-4274" b="7494"/>
            <a:stretch>
              <a:fillRect/>
            </a:stretch>
          </p:blipFill>
          <p:spPr>
            <a:xfrm>
              <a:off x="884" y="3610"/>
              <a:ext cx="5245" cy="4827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884" y="2967"/>
              <a:ext cx="64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injection molding</a:t>
              </a:r>
              <a:endParaRPr lang="en-US" altLang="zh-CN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584" y="3030"/>
              <a:ext cx="64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hot-swap sockets</a:t>
              </a:r>
              <a:endParaRPr lang="en-US" altLang="zh-CN"/>
            </a:p>
          </p:txBody>
        </p:sp>
        <p:pic>
          <p:nvPicPr>
            <p:cNvPr id="11" name="图片 10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2450" y="3610"/>
              <a:ext cx="4835" cy="3630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12450" y="2967"/>
              <a:ext cx="414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fixing with screws</a:t>
              </a:r>
              <a:endParaRPr lang="en-US" altLang="zh-CN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Operation</a:t>
            </a:r>
            <a:endParaRPr lang="en-US" altLang="zh-CN"/>
          </a:p>
        </p:txBody>
      </p:sp>
      <p:grpSp>
        <p:nvGrpSpPr>
          <p:cNvPr id="14" name="组合 13"/>
          <p:cNvGrpSpPr/>
          <p:nvPr/>
        </p:nvGrpSpPr>
        <p:grpSpPr>
          <a:xfrm>
            <a:off x="1034415" y="1442085"/>
            <a:ext cx="9989185" cy="3783330"/>
            <a:chOff x="1470" y="3222"/>
            <a:chExt cx="15731" cy="5958"/>
          </a:xfrm>
        </p:grpSpPr>
        <p:sp>
          <p:nvSpPr>
            <p:cNvPr id="8" name="文本框 7"/>
            <p:cNvSpPr txBox="1"/>
            <p:nvPr/>
          </p:nvSpPr>
          <p:spPr>
            <a:xfrm>
              <a:off x="10801" y="8156"/>
              <a:ext cx="64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two metal contacts</a:t>
              </a:r>
              <a:endParaRPr lang="en-US" altLang="zh-CN"/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1470" y="3222"/>
              <a:ext cx="12677" cy="5958"/>
              <a:chOff x="1470" y="3222"/>
              <a:chExt cx="12677" cy="5958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1991" y="3222"/>
                <a:ext cx="12157" cy="5959"/>
                <a:chOff x="1488" y="4101"/>
                <a:chExt cx="12157" cy="5959"/>
              </a:xfrm>
            </p:grpSpPr>
            <p:pic>
              <p:nvPicPr>
                <p:cNvPr id="4" name="图片 3"/>
                <p:cNvPicPr/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1488" y="5400"/>
                  <a:ext cx="8810" cy="4660"/>
                </a:xfrm>
                <a:prstGeom prst="rect">
                  <a:avLst/>
                </a:prstGeom>
              </p:spPr>
            </p:pic>
            <p:pic>
              <p:nvPicPr>
                <p:cNvPr id="5" name="图片 4" descr="10758990621"/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5400000">
                  <a:off x="7114" y="5078"/>
                  <a:ext cx="1440" cy="645"/>
                </a:xfrm>
                <a:prstGeom prst="rect">
                  <a:avLst/>
                </a:prstGeom>
              </p:spPr>
            </p:pic>
            <p:sp>
              <p:nvSpPr>
                <p:cNvPr id="6" name="文本框 5"/>
                <p:cNvSpPr txBox="1"/>
                <p:nvPr/>
              </p:nvSpPr>
              <p:spPr>
                <a:xfrm>
                  <a:off x="7245" y="4101"/>
                  <a:ext cx="6400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/>
                    <a:t>press</a:t>
                  </a:r>
                  <a:endParaRPr lang="en-US" altLang="zh-CN"/>
                </a:p>
              </p:txBody>
            </p:sp>
          </p:grpSp>
          <p:cxnSp>
            <p:nvCxnSpPr>
              <p:cNvPr id="9" name="直接箭头连接符 8"/>
              <p:cNvCxnSpPr/>
              <p:nvPr/>
            </p:nvCxnSpPr>
            <p:spPr>
              <a:xfrm flipH="1" flipV="1">
                <a:off x="9360" y="7443"/>
                <a:ext cx="1490" cy="720"/>
              </a:xfrm>
              <a:prstGeom prst="straightConnector1">
                <a:avLst/>
              </a:prstGeom>
              <a:ln w="31750" cap="rnd">
                <a:solidFill>
                  <a:schemeClr val="accent1"/>
                </a:solidFill>
                <a:round/>
                <a:tailEnd type="arrow" w="med" len="med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0" name="直接箭头连接符 9"/>
              <p:cNvCxnSpPr>
                <a:stCxn id="8" idx="1"/>
              </p:cNvCxnSpPr>
              <p:nvPr/>
            </p:nvCxnSpPr>
            <p:spPr>
              <a:xfrm flipH="1" flipV="1">
                <a:off x="8921" y="8112"/>
                <a:ext cx="1880" cy="334"/>
              </a:xfrm>
              <a:prstGeom prst="straightConnector1">
                <a:avLst/>
              </a:prstGeom>
              <a:ln w="31750" cap="rnd">
                <a:solidFill>
                  <a:schemeClr val="accent1"/>
                </a:solidFill>
                <a:round/>
                <a:tailEnd type="arrow" w="med" len="med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1" name="文本框 10"/>
              <p:cNvSpPr txBox="1"/>
              <p:nvPr/>
            </p:nvSpPr>
            <p:spPr>
              <a:xfrm>
                <a:off x="1470" y="8309"/>
                <a:ext cx="640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spring</a:t>
                </a:r>
                <a:endParaRPr lang="en-US" altLang="zh-CN"/>
              </a:p>
            </p:txBody>
          </p:sp>
          <p:cxnSp>
            <p:nvCxnSpPr>
              <p:cNvPr id="12" name="直接箭头连接符 11"/>
              <p:cNvCxnSpPr/>
              <p:nvPr/>
            </p:nvCxnSpPr>
            <p:spPr>
              <a:xfrm flipV="1">
                <a:off x="2635" y="7819"/>
                <a:ext cx="1669" cy="860"/>
              </a:xfrm>
              <a:prstGeom prst="straightConnector1">
                <a:avLst/>
              </a:prstGeom>
              <a:ln w="31750" cap="rnd">
                <a:solidFill>
                  <a:schemeClr val="accent1"/>
                </a:solidFill>
                <a:round/>
                <a:tailEnd type="arrow" w="med" len="med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sp>
        <p:nvSpPr>
          <p:cNvPr id="22" name="文本框 21"/>
          <p:cNvSpPr txBox="1"/>
          <p:nvPr/>
        </p:nvSpPr>
        <p:spPr>
          <a:xfrm>
            <a:off x="8056245" y="5567680"/>
            <a:ext cx="1355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computer</a:t>
            </a:r>
            <a:endParaRPr lang="en-US" altLang="zh-CN"/>
          </a:p>
        </p:txBody>
      </p:sp>
      <p:grpSp>
        <p:nvGrpSpPr>
          <p:cNvPr id="25" name="组合 24"/>
          <p:cNvGrpSpPr/>
          <p:nvPr/>
        </p:nvGrpSpPr>
        <p:grpSpPr>
          <a:xfrm>
            <a:off x="5765165" y="4912995"/>
            <a:ext cx="4676775" cy="1508125"/>
            <a:chOff x="7701" y="7947"/>
            <a:chExt cx="7362" cy="2375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8131" y="7947"/>
              <a:ext cx="0" cy="1031"/>
            </a:xfrm>
            <a:prstGeom prst="line">
              <a:avLst/>
            </a:prstGeom>
            <a:ln w="31750" cap="rnd">
              <a:solidFill>
                <a:prstClr val="black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V="1">
              <a:off x="8128" y="8959"/>
              <a:ext cx="2802" cy="13"/>
            </a:xfrm>
            <a:prstGeom prst="line">
              <a:avLst/>
            </a:prstGeom>
            <a:ln w="31750" cap="rnd">
              <a:solidFill>
                <a:prstClr val="black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7701" y="7947"/>
              <a:ext cx="7" cy="1394"/>
            </a:xfrm>
            <a:prstGeom prst="line">
              <a:avLst/>
            </a:prstGeom>
            <a:ln w="31750" cap="rnd">
              <a:solidFill>
                <a:prstClr val="black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V="1">
              <a:off x="7714" y="9347"/>
              <a:ext cx="3241" cy="20"/>
            </a:xfrm>
            <a:prstGeom prst="line">
              <a:avLst/>
            </a:prstGeom>
            <a:ln w="31750" cap="rnd">
              <a:solidFill>
                <a:prstClr val="black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1" name="矩形 20"/>
            <p:cNvSpPr/>
            <p:nvPr/>
          </p:nvSpPr>
          <p:spPr>
            <a:xfrm>
              <a:off x="10962" y="8354"/>
              <a:ext cx="2681" cy="1968"/>
            </a:xfrm>
            <a:prstGeom prst="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th-TH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8663" y="8398"/>
              <a:ext cx="64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signal</a:t>
              </a:r>
              <a:endParaRPr lang="en-US" altLang="zh-CN"/>
            </a:p>
          </p:txBody>
        </p:sp>
        <p:sp>
          <p:nvSpPr>
            <p:cNvPr id="24" name="右箭头 23"/>
            <p:cNvSpPr/>
            <p:nvPr/>
          </p:nvSpPr>
          <p:spPr>
            <a:xfrm>
              <a:off x="9732" y="8591"/>
              <a:ext cx="464" cy="208"/>
            </a:xfrm>
            <a:prstGeom prst="rightArrow">
              <a:avLst/>
            </a:prstGeom>
          </p:spPr>
          <p:style>
            <a:lnRef idx="0">
              <a:srgbClr val="FFFFFF"/>
            </a:lnRef>
            <a:fillRef idx="1">
              <a:prstClr val="black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th-TH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>
            <p:ph type="title"/>
          </p:nvPr>
        </p:nvSpPr>
        <p:spPr>
          <a:xfrm>
            <a:off x="1981200" y="25638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/>
              <a:t>End of this presentation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</Words>
  <Application>WPS 演示</Application>
  <PresentationFormat>宽屏</PresentationFormat>
  <Paragraphs>34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Calibri</vt:lpstr>
      <vt:lpstr>Microsoft YaHei</vt:lpstr>
      <vt:lpstr>Arial Unicode MS</vt:lpstr>
      <vt:lpstr>Calibri</vt:lpstr>
      <vt:lpstr>WPS</vt:lpstr>
      <vt:lpstr>Mechanical Keyboard</vt:lpstr>
      <vt:lpstr>Keyboards</vt:lpstr>
      <vt:lpstr>Major Components</vt:lpstr>
      <vt:lpstr>Manufacturing</vt:lpstr>
      <vt:lpstr>Operation</vt:lpstr>
      <vt:lpstr>End of this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</dc:creator>
  <cp:lastModifiedBy>施小道</cp:lastModifiedBy>
  <cp:revision>7</cp:revision>
  <dcterms:created xsi:type="dcterms:W3CDTF">2023-08-09T12:44:00Z</dcterms:created>
  <dcterms:modified xsi:type="dcterms:W3CDTF">2025-10-26T08:14:17Z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289495A0348245A788CA0A1C56BDB0BC_12</vt:lpwstr>
  </property>
</Properties>
</file>